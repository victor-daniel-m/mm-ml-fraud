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57200" y="274668"/>
            <a:ext cx="8229600" cy="28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Behaviour-Based Fraud Detection for Mobile Money in Uganda Using Supervised and Hybrid Machine Learning Techniques</a:t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457200" y="3816719"/>
            <a:ext cx="8229600" cy="23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Daniel Victor Musinguzi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Background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money processes millions of transactions daily.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Fraud is increasing and rapidly evolving.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rule‑based systems are insufficient.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Fraud emerges from behavioural patterns, not single events.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 of Rule‑Based Detection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Hard‑coded rules: thresholds, velocity rules, blacklists.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Fraudsters adapt to bypass static rules.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false positives increase operational burden.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Poor scalability as transaction diversity grows.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Goal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build a scalable, explainable, hybrid fraud detection system that: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Models behaviour, not single transactions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Handles class imbalance &amp; concept drift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Works in streaming environments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Provides explainability for regulators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Overview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 Overview: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Raw Data → Preprocessing → Behaviour Windows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Feature Engineering → Autoencoder → Random Forest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Explainability Layer → Alerts &amp; Monitoring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Multi‑GB Parquet files with nested Mongo-style fields.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PyArrow row‑group streaming.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Normalization of amounts, timestamps.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Behaviour window creation (50‑transaction windows).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Behaviour Modelling &amp; Features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gaps between transactions.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Repeated amounts / structured patterns.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Float fluctuations.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interaction diversity.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Failed vs successful attempts.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Fraud Simulation Engine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 fraud scarce </a:t>
            </a:r>
            <a:r>
              <a:rPr lang="en-US"/>
              <a:t>-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simulation used for supervised learning.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Scenarios: repeated identical amounts, split transactions, self-cash-in, failed attempts.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Preserves realistic float and timing.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Autoencoder (Unsupervised)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Trained only on normal behaviours.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Learns compressed latent representation.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reconstruction error = anomaly.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95th percentile threshold used.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 Classifier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= features + anomaly score.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Handles imbalanced classes.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class predictions + probabilities.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Explainability Layer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SHAP: global + local feature attribution.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regulators &amp; human analysts.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Autoencoder alone: ~18% fraud detection.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Hybrid model significantly improves recall.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Behaviour features + anomaly score perform best.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Explainability successful.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 &amp; Future Work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more real labelled fraud.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 simulation scenarios.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LSTM/Transformer autoencoders.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graph behavioural features.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drift detection.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Behaviour modelling &gt; transaction-level modelling.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Hybrid AE + RF is effective and scalable.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Explainability ensures regulatory compliance.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